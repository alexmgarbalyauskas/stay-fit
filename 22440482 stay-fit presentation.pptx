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2" r:id="rId3"/>
    <p:sldId id="258" r:id="rId4"/>
    <p:sldId id="266" r:id="rId5"/>
    <p:sldId id="260" r:id="rId6"/>
    <p:sldId id="261" r:id="rId7"/>
    <p:sldId id="264" r:id="rId8"/>
    <p:sldId id="265" r:id="rId9"/>
    <p:sldId id="268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D97B1B-4553-7CB4-B742-89B647C2105E}" v="111" dt="2026-05-04T13:18:01.5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3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52799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690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16008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763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421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509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450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934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733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07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401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5/8/2026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403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tay-fit-2.onrend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B9BC1-EED2-88B8-E057-730A3AD53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64897"/>
            <a:ext cx="9144000" cy="1845065"/>
          </a:xfrm>
        </p:spPr>
        <p:txBody>
          <a:bodyPr/>
          <a:lstStyle/>
          <a:p>
            <a:r>
              <a:rPr lang="en-GB" dirty="0"/>
              <a:t>Stay Fit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40387-3CD1-C958-C7F8-806C0CAE6D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</p:spPr>
        <p:txBody>
          <a:bodyPr/>
          <a:lstStyle/>
          <a:p>
            <a:r>
              <a:rPr lang="en-GB" dirty="0"/>
              <a:t>Alex </a:t>
            </a:r>
            <a:r>
              <a:rPr lang="en-GB" dirty="0" err="1"/>
              <a:t>Garbalyauskas</a:t>
            </a:r>
            <a:endParaRPr lang="en-GB" dirty="0"/>
          </a:p>
          <a:p>
            <a:r>
              <a:rPr lang="en-GB" dirty="0"/>
              <a:t>22440482</a:t>
            </a:r>
          </a:p>
          <a:p>
            <a:r>
              <a:rPr lang="en-GB" dirty="0"/>
              <a:t>BSc (Honours) in Computing </a:t>
            </a:r>
          </a:p>
          <a:p>
            <a:r>
              <a:rPr lang="en-GB" dirty="0"/>
              <a:t>Final Year Project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0894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6D06-EE03-28B9-0505-5AA75DB38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GB" dirty="0"/>
              <a:t>Main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08182-BB9E-3B20-DF97-60389F684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54742"/>
            <a:ext cx="9979659" cy="49027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100" b="1">
                <a:ea typeface="+mn-lt"/>
                <a:cs typeface="+mn-lt"/>
              </a:rPr>
              <a:t>Stay-Fit</a:t>
            </a:r>
            <a:r>
              <a:rPr lang="en-US" sz="2100">
                <a:ea typeface="+mn-lt"/>
                <a:cs typeface="+mn-lt"/>
              </a:rPr>
              <a:t> is designed to make fitness motivation simple, social, and consistent.</a:t>
            </a:r>
            <a:br>
              <a:rPr lang="en-US" sz="2100" dirty="0">
                <a:ea typeface="+mn-lt"/>
                <a:cs typeface="+mn-lt"/>
              </a:rPr>
            </a:br>
            <a:endParaRPr lang="en-US" sz="21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100">
                <a:ea typeface="+mn-lt"/>
                <a:cs typeface="+mn-lt"/>
              </a:rPr>
              <a:t>Inspired by the spontaneity of </a:t>
            </a:r>
            <a:r>
              <a:rPr lang="en-US" sz="2100" b="1" i="1">
                <a:ea typeface="+mn-lt"/>
                <a:cs typeface="+mn-lt"/>
              </a:rPr>
              <a:t>BeReal</a:t>
            </a:r>
            <a:r>
              <a:rPr lang="en-US" sz="2100">
                <a:ea typeface="+mn-lt"/>
                <a:cs typeface="+mn-lt"/>
              </a:rPr>
              <a:t>, the app encourages users to stay active by posting short daily workout clips.</a:t>
            </a:r>
            <a:endParaRPr lang="en-US" sz="2100"/>
          </a:p>
          <a:p>
            <a:pPr marL="0" indent="0">
              <a:buNone/>
            </a:pPr>
            <a:endParaRPr lang="en-US" sz="21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Users receive a </a:t>
            </a:r>
            <a:r>
              <a:rPr lang="en-US" sz="2100" b="1">
                <a:ea typeface="+mn-lt"/>
                <a:cs typeface="+mn-lt"/>
              </a:rPr>
              <a:t>daily notification</a:t>
            </a:r>
            <a:r>
              <a:rPr lang="en-US" sz="2100">
                <a:ea typeface="+mn-lt"/>
                <a:cs typeface="+mn-lt"/>
              </a:rPr>
              <a:t> prompting them to record a </a:t>
            </a:r>
            <a:r>
              <a:rPr lang="en-US" sz="2100" b="1">
                <a:ea typeface="+mn-lt"/>
                <a:cs typeface="+mn-lt"/>
              </a:rPr>
              <a:t>30–60 second workout video</a:t>
            </a:r>
            <a:r>
              <a:rPr lang="en-US" sz="210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The video is posted to a shared fitness feed, creating </a:t>
            </a:r>
            <a:r>
              <a:rPr lang="en-US" sz="2100" b="1">
                <a:ea typeface="+mn-lt"/>
                <a:cs typeface="+mn-lt"/>
              </a:rPr>
              <a:t>accountability</a:t>
            </a:r>
            <a:r>
              <a:rPr lang="en-US" sz="2100">
                <a:ea typeface="+mn-lt"/>
                <a:cs typeface="+mn-lt"/>
              </a:rPr>
              <a:t>, </a:t>
            </a:r>
            <a:r>
              <a:rPr lang="en-US" sz="2100" b="1">
                <a:ea typeface="+mn-lt"/>
                <a:cs typeface="+mn-lt"/>
              </a:rPr>
              <a:t>motivation</a:t>
            </a:r>
            <a:r>
              <a:rPr lang="en-US" sz="2100">
                <a:ea typeface="+mn-lt"/>
                <a:cs typeface="+mn-lt"/>
              </a:rPr>
              <a:t>, and </a:t>
            </a:r>
            <a:r>
              <a:rPr lang="en-US" sz="2100" b="1">
                <a:ea typeface="+mn-lt"/>
                <a:cs typeface="+mn-lt"/>
              </a:rPr>
              <a:t>community support</a:t>
            </a:r>
            <a:r>
              <a:rPr lang="en-US" sz="2100">
                <a:ea typeface="+mn-lt"/>
                <a:cs typeface="+mn-lt"/>
              </a:rPr>
              <a:t>.</a:t>
            </a:r>
            <a:endParaRPr lang="en-US" sz="21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100">
                <a:ea typeface="+mn-lt"/>
                <a:cs typeface="+mn-lt"/>
              </a:rPr>
              <a:t>Focuses on </a:t>
            </a:r>
            <a:r>
              <a:rPr lang="en-US" sz="2100" b="1">
                <a:ea typeface="+mn-lt"/>
                <a:cs typeface="+mn-lt"/>
              </a:rPr>
              <a:t>real, everyday fitness</a:t>
            </a:r>
            <a:r>
              <a:rPr lang="en-US" sz="2100">
                <a:ea typeface="+mn-lt"/>
                <a:cs typeface="+mn-lt"/>
              </a:rPr>
              <a:t>, not polished or edited content.</a:t>
            </a:r>
            <a:endParaRPr lang="en-US" sz="2100" dirty="0"/>
          </a:p>
          <a:p>
            <a:endParaRPr lang="en-GB" sz="1300"/>
          </a:p>
        </p:txBody>
      </p:sp>
      <p:pic>
        <p:nvPicPr>
          <p:cNvPr id="4" name="Picture 3" descr="A green circle with white outline on it&#10;&#10;AI-generated content may be incorrect.">
            <a:extLst>
              <a:ext uri="{FF2B5EF4-FFF2-40B4-BE49-F238E27FC236}">
                <a16:creationId xmlns:a16="http://schemas.microsoft.com/office/drawing/2014/main" id="{69BB1A87-8822-51E1-C38F-636265057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4079" y="450198"/>
            <a:ext cx="1082123" cy="115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8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E5D7-15B4-CEFF-7D50-49AD3E49C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Problem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A81DC-174D-7BAF-4F5B-298005A0C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8170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/>
              <a:t>Many </a:t>
            </a:r>
            <a:r>
              <a:rPr lang="en-US" sz="2600" b="1" dirty="0"/>
              <a:t>fitness apps </a:t>
            </a:r>
            <a:r>
              <a:rPr lang="en-US" sz="2600" dirty="0"/>
              <a:t>focus only on exercise tracking and do not encourage community engagement. Users need a platform that supports both fitness goals and social interaction in one system. </a:t>
            </a:r>
          </a:p>
          <a:p>
            <a:endParaRPr lang="en-US" sz="2600" dirty="0"/>
          </a:p>
          <a:p>
            <a:r>
              <a:rPr lang="en-US" sz="2600" dirty="0">
                <a:latin typeface="Corbel"/>
              </a:rPr>
              <a:t>Many people are </a:t>
            </a:r>
            <a:r>
              <a:rPr lang="en-US" sz="2600" b="1">
                <a:latin typeface="Corbel"/>
              </a:rPr>
              <a:t>inactive/unhealthy.</a:t>
            </a:r>
          </a:p>
          <a:p>
            <a:r>
              <a:rPr lang="en-US" sz="2600" dirty="0">
                <a:latin typeface="Corbel"/>
              </a:rPr>
              <a:t>Some fitness apps are </a:t>
            </a:r>
            <a:r>
              <a:rPr lang="en-US" sz="2600" b="1" dirty="0">
                <a:latin typeface="Corbel"/>
              </a:rPr>
              <a:t>complex</a:t>
            </a:r>
            <a:r>
              <a:rPr lang="en-US" sz="2600">
                <a:latin typeface="Corbel"/>
              </a:rPr>
              <a:t> &amp; expensive.  </a:t>
            </a:r>
          </a:p>
          <a:p>
            <a:r>
              <a:rPr lang="en-US" sz="2600" dirty="0">
                <a:latin typeface="Corbel"/>
              </a:rPr>
              <a:t>Users struggle to stay </a:t>
            </a:r>
            <a:r>
              <a:rPr lang="en-US" sz="2600" b="1">
                <a:latin typeface="Corbel"/>
              </a:rPr>
              <a:t>consistent &amp; motivated</a:t>
            </a:r>
            <a:r>
              <a:rPr lang="en-US" sz="2600">
                <a:latin typeface="Corbel"/>
              </a:rPr>
              <a:t>.</a:t>
            </a:r>
          </a:p>
          <a:p>
            <a:r>
              <a:rPr lang="en-US" sz="2600" dirty="0">
                <a:latin typeface="Corbel"/>
              </a:rPr>
              <a:t>A </a:t>
            </a:r>
            <a:r>
              <a:rPr lang="en-US" sz="2600" b="1" dirty="0">
                <a:latin typeface="Corbel"/>
              </a:rPr>
              <a:t>fun way to stay active </a:t>
            </a:r>
            <a:r>
              <a:rPr lang="en-US" sz="2600" dirty="0">
                <a:latin typeface="Corbel"/>
              </a:rPr>
              <a:t>with friends.</a:t>
            </a:r>
          </a:p>
          <a:p>
            <a:endParaRPr lang="en-US" dirty="0">
              <a:latin typeface="Corbel"/>
            </a:endParaRPr>
          </a:p>
        </p:txBody>
      </p:sp>
      <p:pic>
        <p:nvPicPr>
          <p:cNvPr id="4" name="Picture 3" descr="Question Mark Symbol Question Mark Symbol">
            <a:extLst>
              <a:ext uri="{FF2B5EF4-FFF2-40B4-BE49-F238E27FC236}">
                <a16:creationId xmlns:a16="http://schemas.microsoft.com/office/drawing/2014/main" id="{170421EA-5946-925D-AD0E-BA5BD5065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067" y="3260726"/>
            <a:ext cx="5770033" cy="324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77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E773A-1560-82A5-F6D7-4BC3F7FC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is it for?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D609D-1976-4151-B024-92BEC01D4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65278"/>
            <a:ext cx="8595360" cy="435133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Stay Fit is designed for people who want to stay active and manage their fitness goals.</a:t>
            </a:r>
          </a:p>
          <a:p>
            <a:r>
              <a:rPr lang="en-US" sz="2800" dirty="0"/>
              <a:t>It is suitable for users who want both workout tracking and social interaction in one platform.</a:t>
            </a:r>
          </a:p>
          <a:p>
            <a:r>
              <a:rPr lang="en-US" sz="2800" dirty="0"/>
              <a:t>The system is aimed at fitness enthusiasts, students, and anyone looking for motivation and support in maintaining a healthy lifestyle.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6346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74239-B2CC-CC40-BACA-9CB26034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Technical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2E38B-C353-90F4-832B-FAED80276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project was built using a frontend, backend, and database architecture. It also uses external services for email verification and social login.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11EF24-639F-033F-8756-7DE2AA45F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917" y="2854318"/>
            <a:ext cx="9679464" cy="36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8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ACFCC0-E555-2144-CECF-BA4D904EB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20"/>
            <a:ext cx="12192000" cy="686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3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E141-9BCB-6A2B-DDDF-EF961005E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439" y="126924"/>
            <a:ext cx="9692640" cy="1325562"/>
          </a:xfrm>
        </p:spPr>
        <p:txBody>
          <a:bodyPr/>
          <a:lstStyle/>
          <a:p>
            <a:r>
              <a:rPr lang="en-GB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E4CB-78F5-F667-C0B2-50765969C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573" y="1565583"/>
            <a:ext cx="10515600" cy="489989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b="1" dirty="0"/>
          </a:p>
          <a:p>
            <a:r>
              <a:rPr lang="en-GB" sz="2000" b="1"/>
              <a:t>Authentication:</a:t>
            </a:r>
            <a:r>
              <a:rPr lang="en-GB" sz="2000" dirty="0"/>
              <a:t> Google OAuth</a:t>
            </a:r>
          </a:p>
          <a:p>
            <a:r>
              <a:rPr lang="en-GB" sz="2000" b="1" dirty="0"/>
              <a:t>Social Interaction: </a:t>
            </a:r>
            <a:r>
              <a:rPr lang="en-GB" sz="2000" dirty="0"/>
              <a:t>Web Chat (Socket.IO) , GIFs, Emojis, Comments</a:t>
            </a:r>
          </a:p>
          <a:p>
            <a:r>
              <a:rPr lang="en-GB" sz="2000" b="1" dirty="0"/>
              <a:t>AI Chat Helper: </a:t>
            </a:r>
            <a:r>
              <a:rPr lang="en-GB" sz="2000" dirty="0"/>
              <a:t>User to ai chat (OpenAI) </a:t>
            </a:r>
          </a:p>
          <a:p>
            <a:r>
              <a:rPr lang="en-GB" sz="2000" b="1" dirty="0"/>
              <a:t>Workout Planner: </a:t>
            </a:r>
            <a:r>
              <a:rPr lang="en-GB" sz="2000" dirty="0"/>
              <a:t>Create and manage workout via calendar</a:t>
            </a:r>
          </a:p>
          <a:p>
            <a:r>
              <a:rPr lang="en-GB" sz="2000" b="1" dirty="0"/>
              <a:t>Exercise Tutorials and Map: </a:t>
            </a:r>
            <a:r>
              <a:rPr lang="en-US" sz="2000" dirty="0"/>
              <a:t>Access exercise tutorials and location-based fitness support</a:t>
            </a:r>
            <a:endParaRPr lang="en-GB" sz="2000" dirty="0"/>
          </a:p>
          <a:p>
            <a:r>
              <a:rPr lang="en-GB" sz="2000" b="1" dirty="0"/>
              <a:t>Friend Requests: </a:t>
            </a:r>
            <a:r>
              <a:rPr lang="en-US" sz="2000" dirty="0"/>
              <a:t>Send, accept, and manage friend requests</a:t>
            </a:r>
            <a:endParaRPr lang="en-GB" sz="2000" dirty="0"/>
          </a:p>
          <a:p>
            <a:r>
              <a:rPr lang="en-GB" sz="2000" b="1" dirty="0"/>
              <a:t>Notifications:</a:t>
            </a:r>
            <a:r>
              <a:rPr lang="en-GB" sz="2000" dirty="0"/>
              <a:t> For friend, post, workout plan</a:t>
            </a:r>
          </a:p>
          <a:p>
            <a:r>
              <a:rPr lang="en-GB" sz="2000" b="1" dirty="0"/>
              <a:t>Settings Management System: </a:t>
            </a:r>
            <a:r>
              <a:rPr lang="en-GB" sz="2000" dirty="0"/>
              <a:t>Language, Sound, Rate, About, Details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 descr="Examples and Demos | Vaadin">
            <a:extLst>
              <a:ext uri="{FF2B5EF4-FFF2-40B4-BE49-F238E27FC236}">
                <a16:creationId xmlns:a16="http://schemas.microsoft.com/office/drawing/2014/main" id="{EB737C1A-D5E0-E4E7-7D7C-2D4883C8D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5400" y="1131057"/>
            <a:ext cx="1183945" cy="1149825"/>
          </a:xfrm>
          <a:prstGeom prst="rect">
            <a:avLst/>
          </a:prstGeom>
        </p:spPr>
      </p:pic>
      <p:pic>
        <p:nvPicPr>
          <p:cNvPr id="8" name="Picture 7" descr="Free Cool Emoji Transparent, Download Free Cool Emoji Transparent png ...">
            <a:extLst>
              <a:ext uri="{FF2B5EF4-FFF2-40B4-BE49-F238E27FC236}">
                <a16:creationId xmlns:a16="http://schemas.microsoft.com/office/drawing/2014/main" id="{13E53899-F582-890F-4F4F-7E38E94C0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614" y="2013044"/>
            <a:ext cx="984445" cy="852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67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5A211-B727-259F-6D22-007757DAA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890"/>
            <a:ext cx="10515600" cy="1325563"/>
          </a:xfrm>
        </p:spPr>
        <p:txBody>
          <a:bodyPr/>
          <a:lstStyle/>
          <a:p>
            <a:r>
              <a:rPr lang="en-GB" dirty="0"/>
              <a:t>Testing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256D2-9B20-9BC7-625E-E6E486B65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838"/>
            <a:ext cx="10515600" cy="4780257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400" dirty="0"/>
          </a:p>
          <a:p>
            <a:r>
              <a:rPr lang="en-US" sz="2100"/>
              <a:t>The application </a:t>
            </a:r>
            <a:r>
              <a:rPr lang="en-US" sz="2100" b="1" dirty="0"/>
              <a:t>was tested using Jest</a:t>
            </a:r>
            <a:r>
              <a:rPr lang="en-US" sz="2100" dirty="0"/>
              <a:t> to check that the main functions worked correctly.</a:t>
            </a:r>
            <a:r>
              <a:rPr lang="en-GB" sz="2100" dirty="0"/>
              <a:t> </a:t>
            </a:r>
          </a:p>
          <a:p>
            <a:r>
              <a:rPr lang="en-US" sz="2100" b="1" dirty="0"/>
              <a:t>Unit testing </a:t>
            </a:r>
            <a:r>
              <a:rPr lang="en-US" sz="2100" dirty="0"/>
              <a:t>with Jest</a:t>
            </a:r>
          </a:p>
          <a:p>
            <a:r>
              <a:rPr lang="en-US" sz="2100" b="1" dirty="0"/>
              <a:t>Integration testing </a:t>
            </a:r>
            <a:r>
              <a:rPr lang="en-US" sz="2100" dirty="0"/>
              <a:t>for API routes</a:t>
            </a:r>
          </a:p>
          <a:p>
            <a:r>
              <a:rPr lang="en-US" sz="2100" b="1" dirty="0"/>
              <a:t>System testing </a:t>
            </a:r>
            <a:r>
              <a:rPr lang="en-US" sz="2100" dirty="0"/>
              <a:t>for overall app flow</a:t>
            </a:r>
          </a:p>
          <a:p>
            <a:r>
              <a:rPr lang="en-US" sz="2100" b="1" dirty="0"/>
              <a:t>Class testing </a:t>
            </a:r>
            <a:r>
              <a:rPr lang="en-US" sz="2100" dirty="0"/>
              <a:t>for authentication cases </a:t>
            </a:r>
          </a:p>
        </p:txBody>
      </p:sp>
      <p:pic>
        <p:nvPicPr>
          <p:cNvPr id="1028" name="Picture 4" descr="Bootstrap full logo transparent PNG - StickPNG">
            <a:extLst>
              <a:ext uri="{FF2B5EF4-FFF2-40B4-BE49-F238E27FC236}">
                <a16:creationId xmlns:a16="http://schemas.microsoft.com/office/drawing/2014/main" id="{9B6EEBD1-8399-E228-C36B-263CC9457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136" y="106497"/>
            <a:ext cx="1717735" cy="171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5DA554-5885-3C19-0D87-6C86AFD62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073" y="4860051"/>
            <a:ext cx="3660476" cy="1994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1A0496-D56B-1872-50CD-387FE29CBC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299" y="4860051"/>
            <a:ext cx="3510975" cy="19943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C30B2-5BEA-66CF-D3DE-37E1EAAB9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1901" y="4860051"/>
            <a:ext cx="4314184" cy="1994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39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1DD29-D806-B9D4-38CD-EB7AB706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6545034" cy="1325562"/>
          </a:xfrm>
        </p:spPr>
        <p:txBody>
          <a:bodyPr/>
          <a:lstStyle/>
          <a:p>
            <a:r>
              <a:rPr lang="en-US" dirty="0"/>
              <a:t>Future Ideas / Prospects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D86D7-DC26-ECB3-D779-DF2017514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536166"/>
            <a:ext cx="4537955" cy="308825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Expand to native </a:t>
            </a:r>
            <a:r>
              <a:rPr lang="en-US" sz="2400" b="1" dirty="0"/>
              <a:t>mobile apps </a:t>
            </a:r>
            <a:r>
              <a:rPr lang="en-US" sz="2400" dirty="0"/>
              <a:t>(iOS/Android) for easier access.</a:t>
            </a:r>
          </a:p>
          <a:p>
            <a:r>
              <a:rPr lang="en-US" sz="2400" dirty="0"/>
              <a:t>Create </a:t>
            </a:r>
            <a:r>
              <a:rPr lang="en-US" sz="2400" b="1" dirty="0"/>
              <a:t>monetization</a:t>
            </a:r>
            <a:r>
              <a:rPr lang="en-US" sz="2400" dirty="0"/>
              <a:t> (sponsored workouts, fitness coach profiles).</a:t>
            </a:r>
          </a:p>
          <a:p>
            <a:r>
              <a:rPr lang="en-US" sz="2400" dirty="0"/>
              <a:t>Integrate </a:t>
            </a:r>
            <a:r>
              <a:rPr lang="en-US" sz="2400" b="1" dirty="0"/>
              <a:t>wearables</a:t>
            </a:r>
            <a:r>
              <a:rPr lang="en-US" sz="2400" dirty="0"/>
              <a:t> (Fitbit, Apple Watch, Strava) for automatic health data sync.</a:t>
            </a:r>
          </a:p>
          <a:p>
            <a:endParaRPr lang="en-GB" dirty="0"/>
          </a:p>
        </p:txBody>
      </p:sp>
      <p:pic>
        <p:nvPicPr>
          <p:cNvPr id="1026" name="Picture 2" descr="&quot;Network Security&quot; Images – Browse 37,706 Stock Photos, Vectors, and ...">
            <a:extLst>
              <a:ext uri="{FF2B5EF4-FFF2-40B4-BE49-F238E27FC236}">
                <a16:creationId xmlns:a16="http://schemas.microsoft.com/office/drawing/2014/main" id="{FBFA3FE5-2D5D-1CF6-090D-5D39476A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9118" y="2536166"/>
            <a:ext cx="4641010" cy="298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63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0E07-D53D-9E11-3436-3006773C8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and Access QR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DF5C1-05FF-4E14-72C0-C583D616E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006" y="1848371"/>
            <a:ext cx="9178312" cy="69328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3600" dirty="0">
                <a:hlinkClick r:id="rId2"/>
              </a:rPr>
              <a:t>https://stay-fit-2.onrender.com/</a:t>
            </a:r>
            <a:endParaRPr lang="en-GB" sz="3600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2D9B4EA-7E97-A032-5132-AE997639E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006" y="2722089"/>
            <a:ext cx="4172532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29021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433</Words>
  <Application>Microsoft Office PowerPoint</Application>
  <PresentationFormat>Widescreen</PresentationFormat>
  <Paragraphs>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Schoolbook</vt:lpstr>
      <vt:lpstr>Corbel</vt:lpstr>
      <vt:lpstr>Wingdings 2</vt:lpstr>
      <vt:lpstr>View</vt:lpstr>
      <vt:lpstr>Stay Fit</vt:lpstr>
      <vt:lpstr>Main Idea</vt:lpstr>
      <vt:lpstr>Problem Addressed</vt:lpstr>
      <vt:lpstr>Who is it for? </vt:lpstr>
      <vt:lpstr>Technical Stack</vt:lpstr>
      <vt:lpstr>PowerPoint Presentation</vt:lpstr>
      <vt:lpstr>Main Features</vt:lpstr>
      <vt:lpstr>Testing </vt:lpstr>
      <vt:lpstr>Future Ideas / Prospects</vt:lpstr>
      <vt:lpstr>Demo and Access QR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Garbaliauskas</dc:creator>
  <cp:lastModifiedBy>Alex Garbaliauskas</cp:lastModifiedBy>
  <cp:revision>63</cp:revision>
  <dcterms:created xsi:type="dcterms:W3CDTF">2026-05-04T11:48:26Z</dcterms:created>
  <dcterms:modified xsi:type="dcterms:W3CDTF">2026-05-08T08:30:39Z</dcterms:modified>
</cp:coreProperties>
</file>